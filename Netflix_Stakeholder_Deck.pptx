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500" b="0" i="0" u="none" strike="noStrike">
                <a:solidFill>
                  <a:srgbClr val="1E2761"/>
                </a:solidFill>
                <a:latin typeface="Arial"/>
              </a:rPr>
              <a:t>Titles Added by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2010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90</c:v>
                </c:pt>
                <c:pt idx="2">
                  <c:v>250</c:v>
                </c:pt>
                <c:pt idx="3">
                  <c:v>900</c:v>
                </c:pt>
                <c:pt idx="4">
                  <c:v>1750</c:v>
                </c:pt>
                <c:pt idx="5">
                  <c:v>2000</c:v>
                </c:pt>
                <c:pt idx="6">
                  <c:v>1550</c:v>
                </c:pt>
                <c:pt idx="7">
                  <c:v>1450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International Movies</c:v>
                  </c:pt>
                  <c:pt idx="1">
                    <c:v>Dramas</c:v>
                  </c:pt>
                  <c:pt idx="2">
                    <c:v>Comedies</c:v>
                  </c:pt>
                  <c:pt idx="3">
                    <c:v>Action &amp; Adventure</c:v>
                  </c:pt>
                  <c:pt idx="4">
                    <c:v>Documentaries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2620</c:v>
                </c:pt>
                <c:pt idx="1">
                  <c:v>1600</c:v>
                </c:pt>
                <c:pt idx="2">
                  <c:v>1220</c:v>
                </c:pt>
                <c:pt idx="3">
                  <c:v>830</c:v>
                </c:pt>
                <c:pt idx="4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PG-13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2160</c:v>
                </c:pt>
                <c:pt idx="2">
                  <c:v>860</c:v>
                </c:pt>
                <c:pt idx="3">
                  <c:v>800</c:v>
                </c:pt>
                <c:pt idx="4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500" b="0" i="0" u="none" strike="noStrike">
                <a:solidFill>
                  <a:srgbClr val="1E2761"/>
                </a:solidFill>
                <a:latin typeface="Arial"/>
              </a:rPr>
              <a:t>Top Countries by Title 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959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Unknown</c:v>
                  </c:pt>
                  <c:pt idx="3">
                    <c:v>United Kingdom</c:v>
                  </c:pt>
                  <c:pt idx="4">
                    <c:v>Canada</c:v>
                  </c:pt>
                  <c:pt idx="5">
                    <c:v>Japan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</c:v>
                </c:pt>
                <c:pt idx="1">
                  <c:v>900</c:v>
                </c:pt>
                <c:pt idx="2">
                  <c:v>830</c:v>
                </c:pt>
                <c:pt idx="3">
                  <c:v>620</c:v>
                </c:pt>
                <c:pt idx="4">
                  <c:v>440</c:v>
                </c:pt>
                <c:pt idx="5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959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CATALOG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Mix, Trends &amp; Recommendations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  |  Based on analysis of 8,807 titles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27432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Movies dominate the catalog — and growth has slowed since 2019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3063240"/>
            <a:ext cx="2011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4663440"/>
            <a:ext cx="2011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 total titles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(6,131 movies / 2,676 TV shows)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97680" y="13716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29768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peaked around 2019, then declined — worth confirming against current library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genres and mature ratings dominate the catalog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1792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Mature-audience ratings (TV-MA, TV-14) far outnumber family-friendly ratings (G, PG, TV-Y, TV-Y7) combined.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sourcing is concentrated — and country data has gaps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64592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4F4F4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 FLAG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46720" y="2377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is the 3rd-largest country bucket — ahead of the UK, Canada, and Japan.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36576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roughly 830 titles with no reliable geographic attribution, limiting confidence in any regional investment analysis built on this field.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spend toward TV series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acquisition budget from the current 70/30 movie-heavy mix toward returning series to strengthen retention.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country metadata 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6576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the ~830 "Unknown" country titles so future regional strategy isn't built on incomplete 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F1F1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0392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family-friendly ratings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36576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new content spend toward G, PG, TV-Y and TV-Y7 titles to reduce the mature-rating skew and better serve family households.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2026-07-27T06:58:25Z</dcterms:created>
  <dcterms:modified xsi:type="dcterms:W3CDTF">2026-07-27T06:58:25Z</dcterms:modified>
</cp:coreProperties>
</file>